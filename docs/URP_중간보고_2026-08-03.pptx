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1장은 무엇을 만들었나. 그림 하나로 교전 구도 전체를 설명하고, 오른쪽 세 장이 이번 기간에 한 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경계식 a* = 2ρ/τ². ρ 는 Xu 논문의 네트 반경에 최악 방향 보정을 적용한 값, τ 는 왼쪽 카드의 분해값.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4번은 지도가 필요한 모델링 판단. 결과 방향과 무관하게 물리적으로 옳은 형태로 구현하는 방식을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한 일과 현재 위치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요격 시스템을 만들고 → 물리값을 실제 논문 값으로 확정하는 데까지 왔습니다  ·  2026년 8월 1일</a:t>
            </a:r>
            <a:endParaRPr lang="en-US" sz="1350" dirty="0"/>
          </a:p>
        </p:txBody>
      </p:sp>
      <p:pic>
        <p:nvPicPr>
          <p:cNvPr id="4" name="Image 0" descr="fig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5296"/>
            <a:ext cx="6675120" cy="4050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225296"/>
            <a:ext cx="4370832" cy="1307592"/>
          </a:xfrm>
          <a:prstGeom prst="roundRect">
            <a:avLst>
              <a:gd name="adj" fmla="val 5594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62088" y="13167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요격 시스템을 만들었다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62088" y="1609344"/>
            <a:ext cx="3968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네트로 붙잡는 길과 물리적으로 부딪쳐 떨어뜨리는 길, 두 가지를 하나의 학습 정책이 상황에 따라 골라 쓰도록 구현했습니다. 공격 드론 쪽도 회피 실력을 3단계로 만들어, 어려운 상대에게도 통하는지 볼 수 있게 했습니다.</a:t>
            </a:r>
            <a:endParaRPr lang="en-US" sz="1010" dirty="0"/>
          </a:p>
        </p:txBody>
      </p:sp>
      <p:sp>
        <p:nvSpPr>
          <p:cNvPr id="8" name="Shape 5"/>
          <p:cNvSpPr/>
          <p:nvPr/>
        </p:nvSpPr>
        <p:spPr>
          <a:xfrm>
            <a:off x="7360920" y="2606040"/>
            <a:ext cx="4370832" cy="1307592"/>
          </a:xfrm>
          <a:prstGeom prst="roundRect">
            <a:avLst>
              <a:gd name="adj" fmla="val 5594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2088" y="269748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가정으로 쓰던 값을 실제 논문 값으로 바꿨다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62088" y="2990088"/>
            <a:ext cx="3968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네트가 실제로 덮는 반경, 네트가 펼쳐지는 데 걸리는 시간, 방어 드론과 공격 드론의 성능 차이 — 근거 없이 감으로 정해 두었던 값 7개를 찾아내 실험 결과가 있는 논문 값으로 교체했습니다.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7360920" y="3986784"/>
            <a:ext cx="4370832" cy="1307592"/>
          </a:xfrm>
          <a:prstGeom prst="roundRect">
            <a:avLst>
              <a:gd name="adj" fmla="val 5594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62088" y="407822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걸기 전에 전제를 검사하게 했다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62088" y="4370832"/>
            <a:ext cx="3968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하나 고칠 때마다 “이 조건에서 협력이 의미가 있기는 한가”를 자동으로 되묻는 장치를 붙였습니다. 이번 기간에 네 번 걸렸고, 그 네 건이 3장의 내용입니다.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457200" y="5394960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F4F8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5458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연구계획서에 적어둔 단계 대비 현재 위치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" y="5724144"/>
            <a:ext cx="34290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75157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</a:t>
            </a:r>
            <a:pPr indent="0" marL="0">
              <a:buNone/>
            </a:pPr>
            <a:r>
              <a:rPr lang="en-US" sz="1100" b="1" dirty="0">
                <a:solidFill>
                  <a:srgbClr val="2F7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597103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· 비교 기준선 · 학습 전 사전 점검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4306824" y="5724144"/>
            <a:ext cx="34290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3128" y="575157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완료 · 미실행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453128" y="597103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기준선 · 비교 실험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936992" y="5724144"/>
            <a:ext cx="34290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83296" y="575157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이후  </a:t>
            </a:r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083296" y="597103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핵심 그림 · 최종 보고서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502920" y="636422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기간 산출물 — 프로그램 15개(3,059줄) · 자동 검증 420항목 전부 통과 · 설계·검증 문서 18편.   학습은 아직 돌리지 않았고, 그 이유가 2·3장입니다.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성과 — “언제부터 협력이 필요한가”에 수식으로 답이 나왔습니다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 드론 혼자로 충분한 공격자와, 여러 대가 몰아줘야만 잡히는 공격자를 가르는 선을 닫힌 식으로 얻었습니다</a:t>
            </a:r>
            <a:endParaRPr lang="en-US" sz="1350" dirty="0"/>
          </a:p>
        </p:txBody>
      </p:sp>
      <p:pic>
        <p:nvPicPr>
          <p:cNvPr id="4" name="Image 0" descr="fig_m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3584"/>
            <a:ext cx="5166360" cy="2962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243584"/>
            <a:ext cx="5971032" cy="1389888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344168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발사에서 포획까지 걸리는 시간 τ 를 셋으로 쪼개 계산했습니다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0.30초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78040" y="164592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 네트가 날아가 펼쳐지는 시간 0.15</a:t>
            </a:r>
            <a:pPr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표적을 다시 보는 데 걸리는 0.10  +  판단 0.05   (초)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5943600" y="2029968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지연을 실제로 재서 보고한 선행 연구가 없었습니다. 그래서 세 단계로 쪼개 각각을 실험 논문(네트 비행)과 센서 사양(탐지 주기)에서 가져와 더했습니다. 일부러 뺀 항목이 있으므로 0.30초는 “적어도 이만큼”인 하한값입니다.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5760720" y="2761488"/>
            <a:ext cx="5971032" cy="1408176"/>
          </a:xfrm>
          <a:prstGeom prst="roundRect">
            <a:avLst>
              <a:gd name="adj" fmla="val 5195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852928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필요한 물리값을 실제 실험이 있는 논문에서 가져왔습니다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3182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네트가 덮는 반경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45552" y="31821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Xu 2025 (Drones) 실험표에서 역산 — 같은 논문의 다른 표 값과 정확히 일치하는 것까지 확인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5943600" y="34198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네트가 펼쳐지는 시각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45552" y="341985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Xu 2025 의 외부 측정값 0.13초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5943600" y="3657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방어자 대 공격자 성능비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45552" y="36576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Pliska 2024 (RA-L) 실기 비행 — 가속 0.36배, 속도는 동급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5943600" y="38953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표적을 다시 보는 주기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45552" y="38953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사양 — LiDAR 10 Hz · 카메라 5 Hz</a:t>
            </a:r>
            <a:endParaRPr lang="en-US" sz="960" dirty="0"/>
          </a:p>
        </p:txBody>
      </p:sp>
      <p:pic>
        <p:nvPicPr>
          <p:cNvPr id="20" name="Image 1" descr="fig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24528"/>
            <a:ext cx="10899648" cy="16093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6928" y="58704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 : </a:t>
            </a:r>
            <a:pPr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경계는 네트 드론이 이미 정렬을 끝낸 상태의 값입니다 — 겨냥 동작 자체의 속도 한계까지 넣으면 경계는 더 내려갑니다 (두 번째 경계로 정리 중).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457200" y="6163056"/>
            <a:ext cx="11274552" cy="530352"/>
          </a:xfrm>
          <a:prstGeom prst="roundRect">
            <a:avLst>
              <a:gd name="adj" fmla="val 12069"/>
            </a:avLst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3232" y="616305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연구계획서에 미리 적어둔 진행/중단 기준 → 통과.  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협력이 필요한 영역이 실제로 존재하고, 그 경계가 현실 기체 등급의 한복판을 지납니다. 계획서에는 수치 실험을 반복해 찾겠다고 적었지만, 수식으로 얻어 약속보다 강한 형태가 되었습니다.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점검이 네 번 걸러냈습니다 — 남은 판단 하나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건 모두 학습을 돌리기 전에 발견했습니다. 50회 학습을 태운 뒤였다면 전부 사후 발견이었을 것들입니다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7452360" cy="1060704"/>
          </a:xfrm>
          <a:prstGeom prst="roundRect">
            <a:avLst>
              <a:gd name="adj" fmla="val 6897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63624"/>
            <a:ext cx="420624" cy="420624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값을 넣었더니 협력이 필요 없어졌다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6400800" y="1325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7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60934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없이 쓰던 0.4초를 실제로 풀어 보니 0.15초였습니다. 그만큼 빠르면 네트 드론 혼자서 12번 중 12번을 다 막아 — 협력을 연구할 상황 자체가 없어집니다. 원인은 지연을 너무 짧게 본 것이어서, 탐지·판단 시간을 더해 0.30초로 정정했습니다.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7452360" cy="1060704"/>
          </a:xfrm>
          <a:prstGeom prst="roundRect">
            <a:avLst>
              <a:gd name="adj" fmla="val 6897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79192"/>
            <a:ext cx="420624" cy="420624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4414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네트가 닿지도 못하는 거리를 포획으로 세고 있었다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6400800" y="2441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7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72491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포획 판정 범위는 29.8 m 로 잡혀 있었는데, 그 시간 동안 네트가 실제로 날아가는 거리는 8.2 m 였습니다. 닿을 수 없는 표적을 성공으로 집계하던 셈입니다. 발사 가능 범위를 네트가 실제로 가는 거리로 다시 계산했습니다.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7452360" cy="1060704"/>
          </a:xfrm>
          <a:prstGeom prst="roundRect">
            <a:avLst>
              <a:gd name="adj" fmla="val 6897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94760"/>
            <a:ext cx="420624" cy="420624"/>
          </a:xfrm>
          <a:prstGeom prst="ellipse">
            <a:avLst/>
          </a:prstGeom>
          <a:solidFill>
            <a:srgbClr val="2F7A4F"/>
          </a:solidFill>
          <a:ln w="12700">
            <a:solidFill>
              <a:srgbClr val="2F7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5570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기준선이 공짜로 물리 요격을 쓰고 있었다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400800" y="35570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7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84048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“사용하지 않음”으로 문서화돼 있던 입력 자리를 새 기능이 재사용하면서 충돌해, 비교용 기준선의 방어 드론 4대가 첫 순간에 전부 요격에 돌입하고 있었습니다. 못 잡았다면 논문에 실을 비교 기준선이 전부 무의미해집니다.</a:t>
            </a:r>
            <a:endParaRPr lang="en-US" sz="990" dirty="0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7452360" cy="1060704"/>
          </a:xfrm>
          <a:prstGeom prst="roundRect">
            <a:avLst>
              <a:gd name="adj" fmla="val 6897"/>
            </a:avLst>
          </a:prstGeom>
          <a:solidFill>
            <a:srgbClr val="FDF3F2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910328"/>
            <a:ext cx="420624" cy="420624"/>
          </a:xfrm>
          <a:prstGeom prst="ellipse">
            <a:avLst/>
          </a:prstGeom>
          <a:solidFill>
            <a:srgbClr val="B3423A"/>
          </a:solidFill>
          <a:ln w="12700">
            <a:solidFill>
              <a:srgbClr val="B34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6725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살상 반경을 실제 값으로 낮추니 협력 효과가 사라졌다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400800" y="46725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4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필요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95604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9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 48회를 짝지어 비교했더니, 경로제한 드론을 배치한 경우와 아예 없는 경우가 48번 모두 똑같은 결과였습니다. 원인은 한 값이 “맞으면 떨어지는 거리”와 “공격자가 무서워서 피해 가는 거리” 두 가지를 겸하고 있는 것 — 뒤엣것이 훨씬 커야 합니다.</a:t>
            </a:r>
            <a:endParaRPr lang="en-US" sz="990" dirty="0"/>
          </a:p>
        </p:txBody>
      </p:sp>
      <p:sp>
        <p:nvSpPr>
          <p:cNvPr id="28" name="Shape 26"/>
          <p:cNvSpPr/>
          <p:nvPr/>
        </p:nvSpPr>
        <p:spPr>
          <a:xfrm>
            <a:off x="8092440" y="1243584"/>
            <a:ext cx="3639312" cy="2194560"/>
          </a:xfrm>
          <a:prstGeom prst="roundRect">
            <a:avLst>
              <a:gd name="adj" fmla="val 3333"/>
            </a:avLst>
          </a:prstGeom>
          <a:solidFill>
            <a:srgbClr val="F4F8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84464" y="133502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계획서가 이미 승인해 둔 경로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84464" y="1609344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결과가 미미할 때의 대응으로 신청서에 미리 적어둔 문장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84464" y="1865376"/>
            <a:ext cx="3255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40" i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“어디서 협력이 의미가 있고 어디서 약한지, 그 경계 분석에 집중한다 … 경계를 규명하는 것 자체가 학술 가치 있는 결과”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8284464" y="274320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4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4번이 어느 쪽으로 결론나든 미리 적어둔 경로 안에 있고, 그때 필요한 산출물인 “경계”는 이미 2장에서 확보했습니다.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8092440" y="3547872"/>
            <a:ext cx="3639312" cy="2212848"/>
          </a:xfrm>
          <a:prstGeom prst="roundRect">
            <a:avLst>
              <a:gd name="adj" fmla="val 3306"/>
            </a:avLst>
          </a:prstGeom>
          <a:solidFill>
            <a:srgbClr val="EEF3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363931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84464" y="3931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4번 판단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85632" y="412394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거리를 분리할지 결정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84464" y="430682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사전 점검 재실행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85632" y="4498848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통과해야 학습에 의미가 생김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84464" y="468172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학습 50회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85632" y="487375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5 × 난수 5 × 관측 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84464" y="505663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핵심 그림 채우기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85632" y="524865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 + 포획 확률 지도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84464" y="5477256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다음이 실제 기체 사양을 넣어 조건을 확정하는 단계입니다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577900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4F8FF"/>
          </a:solidFill>
          <a:ln w="12700">
            <a:solidFill>
              <a:srgbClr val="C6D6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57790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4번은 오류가 아니라 모델링 판단입니다 — 물리적으로 옳은 형태로 구현한 뒤 그 결과에 승복하는 방식을 제안드립니다.   </a:t>
            </a:r>
            <a:pPr indent="0" marL="0">
              <a:buNone/>
            </a:pPr>
            <a:r>
              <a:rPr lang="en-US" sz="112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늦어진 이유는 “아직 안 했다”가 아니라 “지금 돌렸으면 낭비였다는 것을 먼저 측정했다” 입니다.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2026-08-01T13:44:01Z</dcterms:created>
  <dcterms:modified xsi:type="dcterms:W3CDTF">2026-08-01T13:44:01Z</dcterms:modified>
</cp:coreProperties>
</file>